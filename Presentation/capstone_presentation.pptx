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Data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Science Workflow</a:t>
            </a:r>
          </a:p>
          <a:p>
            <a:pPr/>
            <a:r>
              <a:t>Datasets: House Prices | Customer Churn | Sales Data</a:t>
            </a:r>
          </a:p>
          <a:p>
            <a:pPr/>
            <a:r>
              <a:t>Vipul Jadhav – MSc Data Science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contains noise and missing values</a:t>
            </a:r>
          </a:p>
          <a:p>
            <a:pPr/>
            <a:r>
              <a:t>Need insights for business decision making</a:t>
            </a:r>
          </a:p>
          <a:p>
            <a:pPr/>
            <a:r>
              <a:t>Transform data into actionable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and prepare datasets</a:t>
            </a:r>
          </a:p>
          <a:p>
            <a:pPr/>
            <a:r>
              <a:t>Perform exploratory data analysis</a:t>
            </a:r>
          </a:p>
          <a:p>
            <a:pPr/>
            <a:r>
              <a:t>Identify patterns and correlations</a:t>
            </a:r>
          </a:p>
          <a:p>
            <a:pPr/>
            <a:r>
              <a:t>Generate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House Prices – property valuation trends</a:t>
            </a:r>
          </a:p>
          <a:p>
            <a:pPr/>
            <a:r>
              <a:t>Customer Churn – retention analysis</a:t>
            </a:r>
          </a:p>
          <a:p>
            <a:pPr/>
            <a:r>
              <a:t>Sales Data – revenue and seasonality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goals and success metrics</a:t>
            </a:r>
          </a:p>
          <a:p>
            <a:pPr/>
            <a:r>
              <a:t>Identified KPIs and evaluation criteria</a:t>
            </a:r>
          </a:p>
          <a:p>
            <a:pPr/>
            <a:r>
              <a:t>Structured 14-day workflow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</a:t>
            </a:r>
          </a:p>
          <a:p>
            <a:pPr/>
            <a:r>
              <a:t>Handled missing values</a:t>
            </a:r>
          </a:p>
          <a:p>
            <a:pPr/>
            <a:r>
              <a:t>Standardized formats</a:t>
            </a:r>
          </a:p>
          <a:p>
            <a:pPr/>
            <a:r>
              <a:t>Improved data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statistics</a:t>
            </a:r>
          </a:p>
          <a:p>
            <a:pPr/>
            <a:r>
              <a:t>Distribution analysis</a:t>
            </a:r>
          </a:p>
          <a:p>
            <a:pPr/>
            <a:r>
              <a:t>Correlation heatmaps</a:t>
            </a:r>
          </a:p>
          <a:p>
            <a:pPr/>
            <a:r>
              <a:t>Pattern identification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Correlation testing (Pearson)</a:t>
            </a:r>
          </a:p>
          <a:p>
            <a:pPr/>
            <a:r>
              <a:t>Hypothesis testing</a:t>
            </a:r>
          </a:p>
          <a:p>
            <a:pPr/>
            <a:r>
              <a:t>Validated significant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 Prices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relationships between features</a:t>
            </a:r>
          </a:p>
          <a:p>
            <a:pPr/>
            <a:r>
              <a:t>Price drivers identified</a:t>
            </a:r>
          </a:p>
          <a:p>
            <a:pPr/>
            <a:r>
              <a:t>Suitable for regression modeling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 patterns linked to churn</a:t>
            </a:r>
          </a:p>
          <a:p>
            <a:pPr/>
            <a:r>
              <a:t>Key retention factors discovered</a:t>
            </a:r>
          </a:p>
          <a:p>
            <a:pPr/>
            <a:r>
              <a:t>Supports classification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Monthly/seasonal sales trends</a:t>
            </a:r>
          </a:p>
          <a:p>
            <a:pPr/>
            <a:r>
              <a:t>Top performing products/regions</a:t>
            </a:r>
          </a:p>
          <a:p>
            <a:pPr/>
            <a:r>
              <a:t>Forecasting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Histograms</a:t>
            </a:r>
          </a:p>
          <a:p>
            <a:pPr/>
            <a:r>
              <a:t>Heatmaps</a:t>
            </a:r>
          </a:p>
          <a:p>
            <a:pPr/>
            <a:r>
              <a:t>Distribution plots</a:t>
            </a:r>
          </a:p>
          <a:p>
            <a:pPr/>
            <a:r>
              <a:t>Saved inside reports/visualizations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predictive ML models</a:t>
            </a:r>
          </a:p>
          <a:p>
            <a:pPr/>
            <a:r>
              <a:t>Improve customer retention strategies</a:t>
            </a:r>
          </a:p>
          <a:p>
            <a:pPr/>
            <a:r>
              <a:t>Use insights for pricing and marketing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analytics pipeline implemented</a:t>
            </a:r>
          </a:p>
          <a:p>
            <a:pPr/>
            <a:r>
              <a:t>Business insights delivered</a:t>
            </a:r>
          </a:p>
          <a:p>
            <a:pPr/>
            <a:r>
              <a:t>Future: dashboards, ML deployment,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